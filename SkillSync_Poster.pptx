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67275" cy="42794238"/>
  <p:notesSz cx="42794238" cy="302672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3" d="100"/>
          <a:sy n="33" d="100"/>
        </p:scale>
        <p:origin x="730" y="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6474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66640" cy="2743200"/>
          </a:xfrm>
          <a:prstGeom prst="rect">
            <a:avLst/>
          </a:prstGeom>
          <a:solidFill>
            <a:srgbClr val="4A4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828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</a:rPr>
              <a:t>TECH STAR SUMMIT 2026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21031200" y="457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FFFFFF"/>
                </a:solidFill>
              </a:rPr>
              <a:t>Student Name: [Your Name]</a:t>
            </a:r>
            <a:endParaRPr lang="en-US" sz="2400" dirty="0"/>
          </a:p>
          <a:p>
            <a:pPr marL="0" indent="0" algn="r">
              <a:buNone/>
            </a:pPr>
            <a:r>
              <a:rPr lang="en-US" sz="2400" dirty="0">
                <a:solidFill>
                  <a:srgbClr val="FFFFFF"/>
                </a:solidFill>
              </a:rPr>
              <a:t>Project Guide: [Guide Name]</a:t>
            </a:r>
            <a:endParaRPr lang="en-US" sz="2400" dirty="0"/>
          </a:p>
          <a:p>
            <a:pPr marL="0" indent="0" algn="r">
              <a:buNone/>
            </a:pPr>
            <a:r>
              <a:rPr lang="en-US" sz="2400" dirty="0">
                <a:solidFill>
                  <a:srgbClr val="FFFFFF"/>
                </a:solidFill>
              </a:rPr>
              <a:t>Reg. No: [Reg No]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2743200"/>
            <a:ext cx="30266640" cy="1828800"/>
          </a:xfrm>
          <a:prstGeom prst="rect">
            <a:avLst/>
          </a:prstGeom>
          <a:solidFill>
            <a:srgbClr val="F5F5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0" y="2743200"/>
            <a:ext cx="30266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</a:rPr>
              <a:t>SkillSync: An AI-Driven Professional Networking and Career Intelligence Platform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0" y="4572000"/>
            <a:ext cx="30266640" cy="16459200"/>
          </a:xfrm>
          <a:prstGeom prst="rect">
            <a:avLst/>
          </a:prstGeom>
          <a:solidFill>
            <a:srgbClr val="CCE5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0" y="21031200"/>
            <a:ext cx="30266640" cy="15544800"/>
          </a:xfrm>
          <a:prstGeom prst="rect">
            <a:avLst/>
          </a:prstGeom>
          <a:solidFill>
            <a:srgbClr val="FFD6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0" y="36576000"/>
            <a:ext cx="30266640" cy="6217920"/>
          </a:xfrm>
          <a:prstGeom prst="rect">
            <a:avLst/>
          </a:prstGeom>
          <a:solidFill>
            <a:srgbClr val="D6F5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solidFill>
            <a:srgbClr val="FFFF00"/>
          </a:solidFill>
          <a:ln w="25400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</a:rPr>
              <a:t>INTRODUCTION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6858000"/>
            <a:ext cx="18288000" cy="6400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• SkillSync is designed to eliminate the professional barriers faced by individuals seeking career advancement by providing a seamless, AI-driven networking bridge.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• Much like modern predictive models, this system shifts career planning from static analysis to dynamic, real-time career trajectory forecasting.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• The platform utilizes Large Language Models (LLMs) and Skill Gap Analysis to process user experience and convert it into meaningful learning roadmaps.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• By leveraging AI-powered agentic workflows, the system adapts instantly to different professional profiles and regional market demands.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• Integrating AI allows for a scalable solution that maintains consistent performance across global job markets while maximizing user reach.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9659600" y="5943600"/>
            <a:ext cx="10058400" cy="731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9659600" y="5943600"/>
            <a:ext cx="10058400" cy="7315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DEMOCRATIZING CAREER GROWTH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THROUGH AI-POWERED PLATFORMS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[Insert Architecture/Dashboard Image Here]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7200" y="13716000"/>
            <a:ext cx="10972800" cy="1371600"/>
          </a:xfrm>
          <a:prstGeom prst="rect">
            <a:avLst/>
          </a:prstGeom>
          <a:solidFill>
            <a:srgbClr val="FFFF00"/>
          </a:solidFill>
          <a:ln w="25400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</a:rPr>
              <a:t>MATERIALS AND METHODS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1828800" y="16002000"/>
            <a:ext cx="4572000" cy="2743200"/>
          </a:xfrm>
          <a:prstGeom prst="rect">
            <a:avLst/>
          </a:prstGeom>
          <a:solidFill>
            <a:srgbClr val="4472C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828800" y="160020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START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858000" y="16916400"/>
            <a:ext cx="1371600" cy="914400"/>
          </a:xfrm>
          <a:prstGeom prst="rightArrow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686800" y="16002000"/>
            <a:ext cx="5486400" cy="2743200"/>
          </a:xfrm>
          <a:prstGeom prst="rect">
            <a:avLst/>
          </a:prstGeom>
          <a:solidFill>
            <a:srgbClr val="4472C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686800" y="1600200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1. Data Input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User skill profiling, goals, and experience mapping.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4630400" y="16916400"/>
            <a:ext cx="1371600" cy="914400"/>
          </a:xfrm>
          <a:prstGeom prst="rightArrow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6459200" y="16002000"/>
            <a:ext cx="5486400" cy="2743200"/>
          </a:xfrm>
          <a:prstGeom prst="rect">
            <a:avLst/>
          </a:prstGeom>
          <a:solidFill>
            <a:srgbClr val="4472C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6459200" y="1600200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2. AI Core Processing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Agentic LLMs analyze market demand &amp; trends.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6459200" y="20116800"/>
            <a:ext cx="5486400" cy="2743200"/>
          </a:xfrm>
          <a:prstGeom prst="rect">
            <a:avLst/>
          </a:prstGeom>
          <a:solidFill>
            <a:srgbClr val="4472C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6459200" y="2011680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3. Smart Optimization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AI-driven matching for networking &amp; jobs.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14630400" y="21031200"/>
            <a:ext cx="1371600" cy="914400"/>
          </a:xfrm>
          <a:prstGeom prst="leftArrow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686800" y="20116800"/>
            <a:ext cx="5486400" cy="2743200"/>
          </a:xfrm>
          <a:prstGeom prst="rect">
            <a:avLst/>
          </a:prstGeom>
          <a:solidFill>
            <a:srgbClr val="4472C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686800" y="2011680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4. Democratized Growth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Real-time insights and automated roadmaps.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858000" y="21031200"/>
            <a:ext cx="1371600" cy="914400"/>
          </a:xfrm>
          <a:prstGeom prst="leftArrow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1828800" y="20116800"/>
            <a:ext cx="4572000" cy="2743200"/>
          </a:xfrm>
          <a:prstGeom prst="rect">
            <a:avLst/>
          </a:prstGeom>
          <a:solidFill>
            <a:srgbClr val="4472C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828800" y="201168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END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57200" y="21488400"/>
            <a:ext cx="10972800" cy="1371600"/>
          </a:xfrm>
          <a:prstGeom prst="rect">
            <a:avLst/>
          </a:prstGeom>
          <a:solidFill>
            <a:srgbClr val="FFFF00"/>
          </a:solidFill>
          <a:ln w="25400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</a:rPr>
              <a:t>RESULTS</a:t>
            </a:r>
            <a:endParaRPr lang="en-US" sz="3200" dirty="0"/>
          </a:p>
        </p:txBody>
      </p:sp>
      <p:sp>
        <p:nvSpPr>
          <p:cNvPr id="32" name="Shape 30"/>
          <p:cNvSpPr/>
          <p:nvPr/>
        </p:nvSpPr>
        <p:spPr>
          <a:xfrm>
            <a:off x="457200" y="23317200"/>
            <a:ext cx="12801600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57200" y="23317200"/>
            <a:ext cx="1280160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[Insert Bar Chart Image Here]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Career Progression Score by Algorithm</a:t>
            </a:r>
            <a:endParaRPr lang="en-US" sz="24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0" y="23317200"/>
          <a:ext cx="16002000" cy="149352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</a:rPr>
                        <a:t>Parameter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</a:rPr>
                        <a:t>N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</a:rPr>
                        <a:t>Minimum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</a:rPr>
                        <a:t>Maximum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</a:rPr>
                        <a:t>Mean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</a:rPr>
                        <a:t>Std. Deviation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</a:rPr>
                        <a:t>Career Progression Score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</a:rPr>
                        <a:t>1250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</a:rPr>
                        <a:t>45.00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</a:rPr>
                        <a:t>98.00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</a:rPr>
                        <a:t>82.45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</a:rPr>
                        <a:t>10.20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</a:rPr>
                        <a:t>Skill Match Accuracy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</a:rPr>
                        <a:t>1250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</a:rPr>
                        <a:t>60.00%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</a:rPr>
                        <a:t>99.00%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</a:rPr>
                        <a:t>88.10%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</a:rPr>
                        <a:t>8.15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" name="Text 32"/>
          <p:cNvSpPr/>
          <p:nvPr/>
        </p:nvSpPr>
        <p:spPr>
          <a:xfrm>
            <a:off x="457200" y="30632400"/>
            <a:ext cx="29260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• Career Progression Score: Measures the tangible advancement and opportunity access for users, showing a significant increase in professional mobility.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• Skill Match Accuracy: Tracks the precision of AI recommendations for upskilling and job matching.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• The data indicates a strong positive correlation between the deployment of LLM-based insights and the scaling of high-quality career guidance.</a:t>
            </a:r>
            <a:endParaRPr lang="en-US" sz="2400" dirty="0"/>
          </a:p>
        </p:txBody>
      </p:sp>
      <p:sp>
        <p:nvSpPr>
          <p:cNvPr id="36" name="Text 33"/>
          <p:cNvSpPr/>
          <p:nvPr/>
        </p:nvSpPr>
        <p:spPr>
          <a:xfrm>
            <a:off x="457200" y="33375600"/>
            <a:ext cx="10972800" cy="1371600"/>
          </a:xfrm>
          <a:prstGeom prst="rect">
            <a:avLst/>
          </a:prstGeom>
          <a:solidFill>
            <a:srgbClr val="FFFF00"/>
          </a:solidFill>
          <a:ln w="25400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</a:rPr>
              <a:t>DISCUSSION AND CONCLUSION</a:t>
            </a:r>
            <a:endParaRPr lang="en-US" sz="3200" dirty="0"/>
          </a:p>
        </p:txBody>
      </p:sp>
      <p:sp>
        <p:nvSpPr>
          <p:cNvPr id="37" name="Text 34"/>
          <p:cNvSpPr/>
          <p:nvPr/>
        </p:nvSpPr>
        <p:spPr>
          <a:xfrm>
            <a:off x="457200" y="35204400"/>
            <a:ext cx="2926080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• AI integration shifts career coaching from manual, high-cost methods to dynamic, real-time digital services.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• The use of Large Language Models allows for career roadmaps that adapt instantly to specific user skills and contextual market shifts.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• Breaking Barriers: This platform significantly lowers career development costs, providing high-quality expert-level guidance to populations previously excluded.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• System Efficiency: Automated workflows ensure that retail-level users benefit from sophisticated career strategies once reserved for specialized executive coaching.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• Universal Inclusion: The shift toward agentic AI systems architecture supports a future of universal inclusion for everyone.</a:t>
            </a:r>
            <a:endParaRPr lang="en-US" sz="2400" dirty="0"/>
          </a:p>
        </p:txBody>
      </p:sp>
      <p:sp>
        <p:nvSpPr>
          <p:cNvPr id="38" name="Text 35"/>
          <p:cNvSpPr/>
          <p:nvPr/>
        </p:nvSpPr>
        <p:spPr>
          <a:xfrm>
            <a:off x="457200" y="37033200"/>
            <a:ext cx="10972800" cy="1371600"/>
          </a:xfrm>
          <a:prstGeom prst="rect">
            <a:avLst/>
          </a:prstGeom>
          <a:solidFill>
            <a:srgbClr val="FFFF00"/>
          </a:solidFill>
          <a:ln w="25400">
            <a:solidFill>
              <a:srgbClr val="00000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</a:rPr>
              <a:t>BIBLIOGRAPHY</a:t>
            </a:r>
            <a:endParaRPr lang="en-US" sz="3200" dirty="0"/>
          </a:p>
        </p:txBody>
      </p:sp>
      <p:sp>
        <p:nvSpPr>
          <p:cNvPr id="39" name="Text 36"/>
          <p:cNvSpPr/>
          <p:nvPr/>
        </p:nvSpPr>
        <p:spPr>
          <a:xfrm>
            <a:off x="457200" y="38862000"/>
            <a:ext cx="29260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1. World Economic Forum (2025). The Future of Jobs Report. Mapping the skills of tomorrow.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2. LinkedIn Economic Graph (2026). AI in Talent Acquisition and Career Mobility.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3. McKinsey &amp; Company (2025). Generative AI and the Future of Work. From Automation to Agentic Systems.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4. Deloitte Insights (2026). Elevating the Workforce Experience through AI and Skill-based Routing.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5. PwC (2026). 2026 AI Business Predictions: Hyper-Personalization for Digital Transformation.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520</Words>
  <Application>Microsoft Office PowerPoint</Application>
  <PresentationFormat>Custom</PresentationFormat>
  <Paragraphs>62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Gowtham Mandla</cp:lastModifiedBy>
  <cp:revision>1</cp:revision>
  <dcterms:created xsi:type="dcterms:W3CDTF">2026-05-14T07:57:59Z</dcterms:created>
  <dcterms:modified xsi:type="dcterms:W3CDTF">2026-05-14T08:00:30Z</dcterms:modified>
</cp:coreProperties>
</file>